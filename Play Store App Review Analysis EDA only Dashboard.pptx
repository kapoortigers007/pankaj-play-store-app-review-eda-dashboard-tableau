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PlayStoreAppReviewAnalysisEDADashboard/GooglePlayStoreEDADashboard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3FB9AD7-4DC8-4EF9-9E10-51DAD26156C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Play Store App Review Analysis EDA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87156DA-18B7-4C76-85E0-62258DDFAF6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3/21/2026 8:40:47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Play Store EDA Dashboard" id="2" name="slide2">
            <a:extLst>
              <a:ext uri="{FF2B5EF4-FFF2-40B4-BE49-F238E27FC236}">
                <a16:creationId xmlns:a16="http://schemas.microsoft.com/office/drawing/2014/main" id="{2AB89526-11E3-4BAC-AD40-7872E1AF31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27" y="0"/>
            <a:ext cx="10289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2026-03-21T08:40:47Z</dcterms:created>
  <dcterms:modified xsi:type="dcterms:W3CDTF">2026-03-21T08:40:47Z</dcterms:modified>
</cp:coreProperties>
</file>