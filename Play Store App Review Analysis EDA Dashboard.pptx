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60"/>
  </p:normalViewPr>
  <p:slideViewPr>
    <p:cSldViewPr snapToGrid="0">
      <p:cViewPr varScale="1">
        <p:scale>
          <a:sx n="79" d="100"/>
          <a:sy n="79" d="100"/>
        </p:scale>
        <p:origin x="7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3/21/2026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public.tableau.com/views/PlayStoreAppReviewAnalysisEDADashboard/GooglePlayStoreEDADashboard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1">
            <a:extLst>
              <a:ext uri="{FF2B5EF4-FFF2-40B4-BE49-F238E27FC236}">
                <a16:creationId xmlns:a16="http://schemas.microsoft.com/office/drawing/2014/main" id="{6391D4F6-C213-4CBC-9D67-1D556928679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Play Store App Review Analysis EDA Dashboard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F80C4739-5859-4B62-96FD-F0E4D09CF90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File created on: 3/21/2026 8:40:04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slide2" descr="Google Play Store EDA Dashboard">
            <a:extLst>
              <a:ext uri="{FF2B5EF4-FFF2-40B4-BE49-F238E27FC236}">
                <a16:creationId xmlns:a16="http://schemas.microsoft.com/office/drawing/2014/main" id="{85E3453D-9532-4A21-98CC-1D7F01534D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427" y="0"/>
            <a:ext cx="102891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de3" descr="Total Apps">
            <a:extLst>
              <a:ext uri="{FF2B5EF4-FFF2-40B4-BE49-F238E27FC236}">
                <a16:creationId xmlns:a16="http://schemas.microsoft.com/office/drawing/2014/main" id="{9A6EFCD7-C7DA-4943-8E70-81A5086B45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101" y="735979"/>
            <a:ext cx="988980" cy="1242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slide4" descr="Total Category">
            <a:extLst>
              <a:ext uri="{FF2B5EF4-FFF2-40B4-BE49-F238E27FC236}">
                <a16:creationId xmlns:a16="http://schemas.microsoft.com/office/drawing/2014/main" id="{090CAC9D-4F0A-4F5D-9AF8-8336E8B966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745" y="559907"/>
            <a:ext cx="940340" cy="1516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de5" descr="Total Review">
            <a:extLst>
              <a:ext uri="{FF2B5EF4-FFF2-40B4-BE49-F238E27FC236}">
                <a16:creationId xmlns:a16="http://schemas.microsoft.com/office/drawing/2014/main" id="{3D36E3E6-99DF-4DC3-8AAF-25E3F16DD4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553" y="588362"/>
            <a:ext cx="959796" cy="1264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slide6" descr="Avg Rating">
            <a:extLst>
              <a:ext uri="{FF2B5EF4-FFF2-40B4-BE49-F238E27FC236}">
                <a16:creationId xmlns:a16="http://schemas.microsoft.com/office/drawing/2014/main" id="{95CEF991-2052-45A7-8CDD-6140D41FA0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735" y="660670"/>
            <a:ext cx="92088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de7" descr="Total Generes">
            <a:extLst>
              <a:ext uri="{FF2B5EF4-FFF2-40B4-BE49-F238E27FC236}">
                <a16:creationId xmlns:a16="http://schemas.microsoft.com/office/drawing/2014/main" id="{DCFD549F-F618-4B5B-A92F-496F6137D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094" y="466117"/>
            <a:ext cx="609600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slide8" descr="Top 10 Category by Apps Count">
            <a:extLst>
              <a:ext uri="{FF2B5EF4-FFF2-40B4-BE49-F238E27FC236}">
                <a16:creationId xmlns:a16="http://schemas.microsoft.com/office/drawing/2014/main" id="{A5B89481-FCD9-46C9-A20A-66810AEEE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549"/>
            <a:ext cx="12192000" cy="5593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slide9" descr="Average Install">
            <a:extLst>
              <a:ext uri="{FF2B5EF4-FFF2-40B4-BE49-F238E27FC236}">
                <a16:creationId xmlns:a16="http://schemas.microsoft.com/office/drawing/2014/main" id="{3EBBBFB8-BE4A-43B6-ACCD-59F3BBC1ED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87" y="0"/>
            <a:ext cx="870051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lide10" descr="Top Category Apps by Age Group">
            <a:extLst>
              <a:ext uri="{FF2B5EF4-FFF2-40B4-BE49-F238E27FC236}">
                <a16:creationId xmlns:a16="http://schemas.microsoft.com/office/drawing/2014/main" id="{4CBA151F-617D-404C-9354-50997DD780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" y="320040"/>
            <a:ext cx="11346180" cy="6217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slide11" descr="Content wise Rating &amp;amp; Reviews">
            <a:extLst>
              <a:ext uri="{FF2B5EF4-FFF2-40B4-BE49-F238E27FC236}">
                <a16:creationId xmlns:a16="http://schemas.microsoft.com/office/drawing/2014/main" id="{129AE561-056D-4A15-A1B9-DA92EB6B55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07" y="0"/>
            <a:ext cx="821815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slide12" descr="Top Category Ratings  Reviews">
            <a:extLst>
              <a:ext uri="{FF2B5EF4-FFF2-40B4-BE49-F238E27FC236}">
                <a16:creationId xmlns:a16="http://schemas.microsoft.com/office/drawing/2014/main" id="{1BFB6EB9-F2C3-4B54-BDA2-22DE149FA4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285" y="0"/>
            <a:ext cx="951615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lide13" descr="Install vs Genres">
            <a:extLst>
              <a:ext uri="{FF2B5EF4-FFF2-40B4-BE49-F238E27FC236}">
                <a16:creationId xmlns:a16="http://schemas.microsoft.com/office/drawing/2014/main" id="{26B78BB0-E330-4E64-BD97-8142275762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843" y="0"/>
            <a:ext cx="72435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lide14" descr="Sentiments  vs Rating">
            <a:extLst>
              <a:ext uri="{FF2B5EF4-FFF2-40B4-BE49-F238E27FC236}">
                <a16:creationId xmlns:a16="http://schemas.microsoft.com/office/drawing/2014/main" id="{001D655B-E274-4DD8-B36C-B3DCC9D18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553" y="0"/>
            <a:ext cx="69464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slide15" descr="Android vrsions in Trends">
            <a:extLst>
              <a:ext uri="{FF2B5EF4-FFF2-40B4-BE49-F238E27FC236}">
                <a16:creationId xmlns:a16="http://schemas.microsoft.com/office/drawing/2014/main" id="{CAF0E811-F7C4-4CAC-815D-59BA87F0AC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103" y="0"/>
            <a:ext cx="80901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slide16" descr="Free vs paid Apps">
            <a:extLst>
              <a:ext uri="{FF2B5EF4-FFF2-40B4-BE49-F238E27FC236}">
                <a16:creationId xmlns:a16="http://schemas.microsoft.com/office/drawing/2014/main" id="{9AB698DB-8788-4734-BEC9-6C4EB0E24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70" y="0"/>
            <a:ext cx="335604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14</Words>
  <Application>Microsoft Office PowerPoint</Application>
  <PresentationFormat>Widescreen</PresentationFormat>
  <Paragraphs>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Play Store App Review Analysis EDA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Pankaj Kapoor</cp:lastModifiedBy>
  <cp:revision>1</cp:revision>
  <dcterms:created xsi:type="dcterms:W3CDTF">2026-03-21T08:40:04Z</dcterms:created>
  <dcterms:modified xsi:type="dcterms:W3CDTF">2026-03-21T08:48:59Z</dcterms:modified>
</cp:coreProperties>
</file>